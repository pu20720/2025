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</p:sldMasterIdLst>
  <p:sldIdLst>
    <p:sldId id="257" r:id="rId2"/>
  </p:sldIdLst>
  <p:sldSz cx="21383625" cy="3027521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96" autoAdjust="0"/>
  </p:normalViewPr>
  <p:slideViewPr>
    <p:cSldViewPr snapToGrid="0">
      <p:cViewPr varScale="1">
        <p:scale>
          <a:sx n="36" d="100"/>
          <a:sy n="36" d="100"/>
        </p:scale>
        <p:origin x="403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家畯 林" userId="592ebaa1701d01c6" providerId="LiveId" clId="{577E9BDE-FB8B-4A94-8DEA-8AE36ED3FBF6}"/>
    <pc:docChg chg="undo custSel addSld delSld modSld">
      <pc:chgData name="家畯 林" userId="592ebaa1701d01c6" providerId="LiveId" clId="{577E9BDE-FB8B-4A94-8DEA-8AE36ED3FBF6}" dt="2025-10-05T13:36:24.668" v="648" actId="1076"/>
      <pc:docMkLst>
        <pc:docMk/>
      </pc:docMkLst>
      <pc:sldChg chg="modSp new del">
        <pc:chgData name="家畯 林" userId="592ebaa1701d01c6" providerId="LiveId" clId="{577E9BDE-FB8B-4A94-8DEA-8AE36ED3FBF6}" dt="2025-09-29T10:51:03.622" v="9" actId="47"/>
        <pc:sldMkLst>
          <pc:docMk/>
          <pc:sldMk cId="1723218113" sldId="256"/>
        </pc:sldMkLst>
        <pc:spChg chg="mod">
          <ac:chgData name="家畯 林" userId="592ebaa1701d01c6" providerId="LiveId" clId="{577E9BDE-FB8B-4A94-8DEA-8AE36ED3FBF6}" dt="2025-09-29T10:50:34.929" v="7"/>
          <ac:spMkLst>
            <pc:docMk/>
            <pc:sldMk cId="1723218113" sldId="256"/>
            <ac:spMk id="2" creationId="{CDC9791C-F6C0-4173-9F94-6E52FC2D3A23}"/>
          </ac:spMkLst>
        </pc:spChg>
        <pc:spChg chg="mod">
          <ac:chgData name="家畯 林" userId="592ebaa1701d01c6" providerId="LiveId" clId="{577E9BDE-FB8B-4A94-8DEA-8AE36ED3FBF6}" dt="2025-09-29T10:50:34.929" v="7"/>
          <ac:spMkLst>
            <pc:docMk/>
            <pc:sldMk cId="1723218113" sldId="256"/>
            <ac:spMk id="3" creationId="{E5941594-CC9C-4520-87EF-05CA0E224FCB}"/>
          </ac:spMkLst>
        </pc:spChg>
      </pc:sldChg>
      <pc:sldChg chg="addSp delSp modSp new mod modClrScheme chgLayout">
        <pc:chgData name="家畯 林" userId="592ebaa1701d01c6" providerId="LiveId" clId="{577E9BDE-FB8B-4A94-8DEA-8AE36ED3FBF6}" dt="2025-10-05T13:36:24.668" v="648" actId="1076"/>
        <pc:sldMkLst>
          <pc:docMk/>
          <pc:sldMk cId="3408362255" sldId="257"/>
        </pc:sldMkLst>
        <pc:spChg chg="del mod ord">
          <ac:chgData name="家畯 林" userId="592ebaa1701d01c6" providerId="LiveId" clId="{577E9BDE-FB8B-4A94-8DEA-8AE36ED3FBF6}" dt="2025-09-29T10:51:11.681" v="10" actId="700"/>
          <ac:spMkLst>
            <pc:docMk/>
            <pc:sldMk cId="3408362255" sldId="257"/>
            <ac:spMk id="2" creationId="{0E1B4D1E-0780-43E7-A75D-C61692128172}"/>
          </ac:spMkLst>
        </pc:spChg>
        <pc:spChg chg="del mod ord">
          <ac:chgData name="家畯 林" userId="592ebaa1701d01c6" providerId="LiveId" clId="{577E9BDE-FB8B-4A94-8DEA-8AE36ED3FBF6}" dt="2025-09-29T10:51:11.681" v="10" actId="700"/>
          <ac:spMkLst>
            <pc:docMk/>
            <pc:sldMk cId="3408362255" sldId="257"/>
            <ac:spMk id="3" creationId="{D26B8ACA-8995-48C3-AFB6-A8FF351FC044}"/>
          </ac:spMkLst>
        </pc:spChg>
        <pc:spChg chg="add del mod ord">
          <ac:chgData name="家畯 林" userId="592ebaa1701d01c6" providerId="LiveId" clId="{577E9BDE-FB8B-4A94-8DEA-8AE36ED3FBF6}" dt="2025-09-29T11:00:01.538" v="157" actId="2711"/>
          <ac:spMkLst>
            <pc:docMk/>
            <pc:sldMk cId="3408362255" sldId="257"/>
            <ac:spMk id="4" creationId="{0C8FB2C6-551E-4DF6-8FCE-3EBC5BD30CB1}"/>
          </ac:spMkLst>
        </pc:spChg>
        <pc:spChg chg="add del mod ord">
          <ac:chgData name="家畯 林" userId="592ebaa1701d01c6" providerId="LiveId" clId="{577E9BDE-FB8B-4A94-8DEA-8AE36ED3FBF6}" dt="2025-09-29T11:09:25.625" v="412" actId="14100"/>
          <ac:spMkLst>
            <pc:docMk/>
            <pc:sldMk cId="3408362255" sldId="257"/>
            <ac:spMk id="5" creationId="{9D09EA92-6008-4457-BD23-AEF2A319EC1D}"/>
          </ac:spMkLst>
        </pc:spChg>
        <pc:spChg chg="add del mod ord">
          <ac:chgData name="家畯 林" userId="592ebaa1701d01c6" providerId="LiveId" clId="{577E9BDE-FB8B-4A94-8DEA-8AE36ED3FBF6}" dt="2025-09-29T11:05:08.353" v="226" actId="931"/>
          <ac:spMkLst>
            <pc:docMk/>
            <pc:sldMk cId="3408362255" sldId="257"/>
            <ac:spMk id="6" creationId="{6C72A4BD-0970-4136-AC88-3F609207F732}"/>
          </ac:spMkLst>
        </pc:spChg>
        <pc:spChg chg="add del mod">
          <ac:chgData name="家畯 林" userId="592ebaa1701d01c6" providerId="LiveId" clId="{577E9BDE-FB8B-4A94-8DEA-8AE36ED3FBF6}" dt="2025-09-29T10:53:51.116" v="15"/>
          <ac:spMkLst>
            <pc:docMk/>
            <pc:sldMk cId="3408362255" sldId="257"/>
            <ac:spMk id="7" creationId="{09E90EAC-768C-45BA-9764-B50F6854302B}"/>
          </ac:spMkLst>
        </pc:spChg>
        <pc:spChg chg="add del">
          <ac:chgData name="家畯 林" userId="592ebaa1701d01c6" providerId="LiveId" clId="{577E9BDE-FB8B-4A94-8DEA-8AE36ED3FBF6}" dt="2025-09-29T10:55:22.016" v="84"/>
          <ac:spMkLst>
            <pc:docMk/>
            <pc:sldMk cId="3408362255" sldId="257"/>
            <ac:spMk id="8" creationId="{AAC6BBA0-5BDD-45BB-81A1-FFED4911784E}"/>
          </ac:spMkLst>
        </pc:spChg>
        <pc:spChg chg="add del mod">
          <ac:chgData name="家畯 林" userId="592ebaa1701d01c6" providerId="LiveId" clId="{577E9BDE-FB8B-4A94-8DEA-8AE36ED3FBF6}" dt="2025-09-29T10:55:28.989" v="88"/>
          <ac:spMkLst>
            <pc:docMk/>
            <pc:sldMk cId="3408362255" sldId="257"/>
            <ac:spMk id="9" creationId="{473A473C-D844-4D30-AC25-DAC44E31C408}"/>
          </ac:spMkLst>
        </pc:spChg>
        <pc:spChg chg="add del">
          <ac:chgData name="家畯 林" userId="592ebaa1701d01c6" providerId="LiveId" clId="{577E9BDE-FB8B-4A94-8DEA-8AE36ED3FBF6}" dt="2025-09-29T10:55:32.359" v="90"/>
          <ac:spMkLst>
            <pc:docMk/>
            <pc:sldMk cId="3408362255" sldId="257"/>
            <ac:spMk id="10" creationId="{8BE40B4D-18D0-4590-8C0F-4FD7B3683A6D}"/>
          </ac:spMkLst>
        </pc:spChg>
        <pc:spChg chg="add del mod">
          <ac:chgData name="家畯 林" userId="592ebaa1701d01c6" providerId="LiveId" clId="{577E9BDE-FB8B-4A94-8DEA-8AE36ED3FBF6}" dt="2025-09-29T10:55:46.934" v="95"/>
          <ac:spMkLst>
            <pc:docMk/>
            <pc:sldMk cId="3408362255" sldId="257"/>
            <ac:spMk id="11" creationId="{B618215A-4AEF-4271-A7F2-986273E0F207}"/>
          </ac:spMkLst>
        </pc:spChg>
        <pc:spChg chg="add del">
          <ac:chgData name="家畯 林" userId="592ebaa1701d01c6" providerId="LiveId" clId="{577E9BDE-FB8B-4A94-8DEA-8AE36ED3FBF6}" dt="2025-09-29T10:57:16" v="103"/>
          <ac:spMkLst>
            <pc:docMk/>
            <pc:sldMk cId="3408362255" sldId="257"/>
            <ac:spMk id="12" creationId="{F59E0ADF-A8B2-453D-90FD-0C94FD0F2CE1}"/>
          </ac:spMkLst>
        </pc:spChg>
        <pc:spChg chg="add del mod">
          <ac:chgData name="家畯 林" userId="592ebaa1701d01c6" providerId="LiveId" clId="{577E9BDE-FB8B-4A94-8DEA-8AE36ED3FBF6}" dt="2025-09-29T10:58:30.283" v="122" actId="767"/>
          <ac:spMkLst>
            <pc:docMk/>
            <pc:sldMk cId="3408362255" sldId="257"/>
            <ac:spMk id="13" creationId="{2007A328-9DF4-4100-82FC-341DF9A45C38}"/>
          </ac:spMkLst>
        </pc:spChg>
        <pc:spChg chg="add del">
          <ac:chgData name="家畯 林" userId="592ebaa1701d01c6" providerId="LiveId" clId="{577E9BDE-FB8B-4A94-8DEA-8AE36ED3FBF6}" dt="2025-09-29T11:15:00.574" v="624" actId="11529"/>
          <ac:spMkLst>
            <pc:docMk/>
            <pc:sldMk cId="3408362255" sldId="257"/>
            <ac:spMk id="18" creationId="{EBC9ADA4-9493-40FF-8F4B-43105924893E}"/>
          </ac:spMkLst>
        </pc:spChg>
        <pc:spChg chg="add mod">
          <ac:chgData name="家畯 林" userId="592ebaa1701d01c6" providerId="LiveId" clId="{577E9BDE-FB8B-4A94-8DEA-8AE36ED3FBF6}" dt="2025-09-29T11:13:26.181" v="600" actId="20577"/>
          <ac:spMkLst>
            <pc:docMk/>
            <pc:sldMk cId="3408362255" sldId="257"/>
            <ac:spMk id="19" creationId="{04E79849-C752-43C9-BC26-EDD05C8A2C3A}"/>
          </ac:spMkLst>
        </pc:spChg>
        <pc:spChg chg="add mod">
          <ac:chgData name="家畯 林" userId="592ebaa1701d01c6" providerId="LiveId" clId="{577E9BDE-FB8B-4A94-8DEA-8AE36ED3FBF6}" dt="2025-09-29T11:15:18.383" v="627" actId="2085"/>
          <ac:spMkLst>
            <pc:docMk/>
            <pc:sldMk cId="3408362255" sldId="257"/>
            <ac:spMk id="27" creationId="{73E5B6DE-4376-4F3E-9AD1-CEA3F88045ED}"/>
          </ac:spMkLst>
        </pc:spChg>
        <pc:picChg chg="add mod">
          <ac:chgData name="家畯 林" userId="592ebaa1701d01c6" providerId="LiveId" clId="{577E9BDE-FB8B-4A94-8DEA-8AE36ED3FBF6}" dt="2025-10-05T13:36:19.166" v="645" actId="1076"/>
          <ac:picMkLst>
            <pc:docMk/>
            <pc:sldMk cId="3408362255" sldId="257"/>
            <ac:picMk id="3" creationId="{3A527CCE-93BE-4C37-B685-94D85181D942}"/>
          </ac:picMkLst>
        </pc:picChg>
        <pc:picChg chg="add mod">
          <ac:chgData name="家畯 林" userId="592ebaa1701d01c6" providerId="LiveId" clId="{577E9BDE-FB8B-4A94-8DEA-8AE36ED3FBF6}" dt="2025-10-05T13:36:24.668" v="648" actId="1076"/>
          <ac:picMkLst>
            <pc:docMk/>
            <pc:sldMk cId="3408362255" sldId="257"/>
            <ac:picMk id="7" creationId="{1C66AEAD-E161-41D8-A046-1CE3C13FB27C}"/>
          </ac:picMkLst>
        </pc:picChg>
        <pc:picChg chg="add del mod">
          <ac:chgData name="家畯 林" userId="592ebaa1701d01c6" providerId="LiveId" clId="{577E9BDE-FB8B-4A94-8DEA-8AE36ED3FBF6}" dt="2025-09-29T11:04:58.076" v="225" actId="478"/>
          <ac:picMkLst>
            <pc:docMk/>
            <pc:sldMk cId="3408362255" sldId="257"/>
            <ac:picMk id="15" creationId="{36EB9067-5F28-4B98-96E8-A9B3995A9199}"/>
          </ac:picMkLst>
        </pc:picChg>
        <pc:picChg chg="add mod">
          <ac:chgData name="家畯 林" userId="592ebaa1701d01c6" providerId="LiveId" clId="{577E9BDE-FB8B-4A94-8DEA-8AE36ED3FBF6}" dt="2025-09-29T11:09:29.859" v="413" actId="1076"/>
          <ac:picMkLst>
            <pc:docMk/>
            <pc:sldMk cId="3408362255" sldId="257"/>
            <ac:picMk id="17" creationId="{C435E905-D507-40C7-9FC5-3352A3457492}"/>
          </ac:picMkLst>
        </pc:picChg>
        <pc:picChg chg="add mod">
          <ac:chgData name="家畯 林" userId="592ebaa1701d01c6" providerId="LiveId" clId="{577E9BDE-FB8B-4A94-8DEA-8AE36ED3FBF6}" dt="2025-09-29T11:09:51.634" v="418" actId="14100"/>
          <ac:picMkLst>
            <pc:docMk/>
            <pc:sldMk cId="3408362255" sldId="257"/>
            <ac:picMk id="20" creationId="{012033DA-B621-43A6-908A-D3E3C419037B}"/>
          </ac:picMkLst>
        </pc:picChg>
        <pc:picChg chg="add mod">
          <ac:chgData name="家畯 林" userId="592ebaa1701d01c6" providerId="LiveId" clId="{577E9BDE-FB8B-4A94-8DEA-8AE36ED3FBF6}" dt="2025-09-29T11:14:20.516" v="617" actId="1076"/>
          <ac:picMkLst>
            <pc:docMk/>
            <pc:sldMk cId="3408362255" sldId="257"/>
            <ac:picMk id="21" creationId="{3FDA1F85-2DC5-4843-BF4F-0B25E085F378}"/>
          </ac:picMkLst>
        </pc:picChg>
        <pc:picChg chg="add mod">
          <ac:chgData name="家畯 林" userId="592ebaa1701d01c6" providerId="LiveId" clId="{577E9BDE-FB8B-4A94-8DEA-8AE36ED3FBF6}" dt="2025-10-05T13:35:47.784" v="637" actId="1076"/>
          <ac:picMkLst>
            <pc:docMk/>
            <pc:sldMk cId="3408362255" sldId="257"/>
            <ac:picMk id="22" creationId="{4B8734EA-68AD-4A08-AE9D-5F69D3D0C0B8}"/>
          </ac:picMkLst>
        </pc:picChg>
        <pc:picChg chg="add mod">
          <ac:chgData name="家畯 林" userId="592ebaa1701d01c6" providerId="LiveId" clId="{577E9BDE-FB8B-4A94-8DEA-8AE36ED3FBF6}" dt="2025-10-05T13:35:51.895" v="639" actId="1076"/>
          <ac:picMkLst>
            <pc:docMk/>
            <pc:sldMk cId="3408362255" sldId="257"/>
            <ac:picMk id="23" creationId="{9A720455-5F45-421F-BC7A-462403F54A47}"/>
          </ac:picMkLst>
        </pc:picChg>
        <pc:picChg chg="add del mod">
          <ac:chgData name="家畯 林" userId="592ebaa1701d01c6" providerId="LiveId" clId="{577E9BDE-FB8B-4A94-8DEA-8AE36ED3FBF6}" dt="2025-10-05T13:35:15.211" v="628" actId="478"/>
          <ac:picMkLst>
            <pc:docMk/>
            <pc:sldMk cId="3408362255" sldId="257"/>
            <ac:picMk id="24" creationId="{A2A80125-B5F6-41D3-940B-A035265C1A32}"/>
          </ac:picMkLst>
        </pc:picChg>
        <pc:picChg chg="add mod">
          <ac:chgData name="家畯 林" userId="592ebaa1701d01c6" providerId="LiveId" clId="{577E9BDE-FB8B-4A94-8DEA-8AE36ED3FBF6}" dt="2025-09-29T11:14:28.683" v="619" actId="1076"/>
          <ac:picMkLst>
            <pc:docMk/>
            <pc:sldMk cId="3408362255" sldId="257"/>
            <ac:picMk id="25" creationId="{B3D76915-69C0-41A3-8814-6D6C3875110D}"/>
          </ac:picMkLst>
        </pc:picChg>
        <pc:picChg chg="add mod">
          <ac:chgData name="家畯 林" userId="592ebaa1701d01c6" providerId="LiveId" clId="{577E9BDE-FB8B-4A94-8DEA-8AE36ED3FBF6}" dt="2025-09-29T11:14:51.650" v="622" actId="14100"/>
          <ac:picMkLst>
            <pc:docMk/>
            <pc:sldMk cId="3408362255" sldId="257"/>
            <ac:picMk id="26" creationId="{F3F75373-EAFB-4895-9A38-0E5CBDB5958B}"/>
          </ac:picMkLst>
        </pc:picChg>
        <pc:picChg chg="add mod">
          <ac:chgData name="家畯 林" userId="592ebaa1701d01c6" providerId="LiveId" clId="{577E9BDE-FB8B-4A94-8DEA-8AE36ED3FBF6}" dt="2025-09-29T11:00:14.702" v="159" actId="1076"/>
          <ac:picMkLst>
            <pc:docMk/>
            <pc:sldMk cId="3408362255" sldId="257"/>
            <ac:picMk id="1035" creationId="{5D526F94-E5C6-4E66-95FE-36BD2C011BCD}"/>
          </ac:picMkLst>
        </pc:picChg>
      </pc:sldChg>
      <pc:sldMasterChg chg="addSldLayout">
        <pc:chgData name="家畯 林" userId="592ebaa1701d01c6" providerId="LiveId" clId="{577E9BDE-FB8B-4A94-8DEA-8AE36ED3FBF6}" dt="2025-09-29T10:48:15.347" v="0" actId="680"/>
        <pc:sldMasterMkLst>
          <pc:docMk/>
          <pc:sldMasterMk cId="232015336" sldId="2147483648"/>
        </pc:sldMasterMkLst>
        <pc:sldLayoutChg chg="add">
          <pc:chgData name="家畯 林" userId="592ebaa1701d01c6" providerId="LiveId" clId="{577E9BDE-FB8B-4A94-8DEA-8AE36ED3FBF6}" dt="2025-09-29T10:48:15.347" v="0" actId="680"/>
          <pc:sldLayoutMkLst>
            <pc:docMk/>
            <pc:sldMasterMk cId="232015336" sldId="2147483648"/>
            <pc:sldLayoutMk cId="35827816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250182-56E4-4FFE-A24A-4A58F10E2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2953" y="4954765"/>
            <a:ext cx="16037719" cy="10540259"/>
          </a:xfrm>
        </p:spPr>
        <p:txBody>
          <a:bodyPr anchor="b"/>
          <a:lstStyle>
            <a:lvl1pPr algn="ctr">
              <a:defRPr sz="10523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71F124-16DA-4760-A2B8-58F913B64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4209"/>
            </a:lvl1pPr>
            <a:lvl2pPr marL="801883" indent="0" algn="ctr">
              <a:buNone/>
              <a:defRPr sz="3508"/>
            </a:lvl2pPr>
            <a:lvl3pPr marL="1603766" indent="0" algn="ctr">
              <a:buNone/>
              <a:defRPr sz="3157"/>
            </a:lvl3pPr>
            <a:lvl4pPr marL="2405649" indent="0" algn="ctr">
              <a:buNone/>
              <a:defRPr sz="2806"/>
            </a:lvl4pPr>
            <a:lvl5pPr marL="3207532" indent="0" algn="ctr">
              <a:buNone/>
              <a:defRPr sz="2806"/>
            </a:lvl5pPr>
            <a:lvl6pPr marL="4009415" indent="0" algn="ctr">
              <a:buNone/>
              <a:defRPr sz="2806"/>
            </a:lvl6pPr>
            <a:lvl7pPr marL="4811298" indent="0" algn="ctr">
              <a:buNone/>
              <a:defRPr sz="2806"/>
            </a:lvl7pPr>
            <a:lvl8pPr marL="5613182" indent="0" algn="ctr">
              <a:buNone/>
              <a:defRPr sz="2806"/>
            </a:lvl8pPr>
            <a:lvl9pPr marL="6415065" indent="0" algn="ctr">
              <a:buNone/>
              <a:defRPr sz="2806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9A1170-86ED-4E97-BBEF-72E7BBFE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AE96E1-CD1B-41CF-B4D4-F741AC21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937B0A-92DD-4392-8C70-AC4593B4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25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D1BC12-90EF-4DDF-B1A1-CE77FF306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9FB3FE-DB3D-4C7F-A578-D484F3D3C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55A5D5-58D6-48C3-A52D-1F95147A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1540B8-E0C1-4ED2-9903-901DA9F8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10FA5A-28C4-4D95-9942-2E38771E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EAC59D-DD5F-4CD2-AE85-12D0F1CF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87" y="7547783"/>
            <a:ext cx="18443377" cy="12593645"/>
          </a:xfrm>
        </p:spPr>
        <p:txBody>
          <a:bodyPr anchor="b"/>
          <a:lstStyle>
            <a:lvl1pPr>
              <a:defRPr sz="10523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D23280-D235-4810-BAF2-0C51CC15B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8987" y="20260569"/>
            <a:ext cx="18443377" cy="6622701"/>
          </a:xfrm>
        </p:spPr>
        <p:txBody>
          <a:bodyPr/>
          <a:lstStyle>
            <a:lvl1pPr marL="0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1pPr>
            <a:lvl2pPr marL="801883" indent="0">
              <a:buNone/>
              <a:defRPr sz="3508">
                <a:solidFill>
                  <a:schemeClr val="tx1">
                    <a:tint val="75000"/>
                  </a:schemeClr>
                </a:solidFill>
              </a:defRPr>
            </a:lvl2pPr>
            <a:lvl3pPr marL="1603766" indent="0">
              <a:buNone/>
              <a:defRPr sz="3157">
                <a:solidFill>
                  <a:schemeClr val="tx1">
                    <a:tint val="75000"/>
                  </a:schemeClr>
                </a:solidFill>
              </a:defRPr>
            </a:lvl3pPr>
            <a:lvl4pPr marL="2405649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4pPr>
            <a:lvl5pPr marL="3207532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5pPr>
            <a:lvl6pPr marL="4009415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6pPr>
            <a:lvl7pPr marL="4811298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7pPr>
            <a:lvl8pPr marL="5613182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8pPr>
            <a:lvl9pPr marL="6415065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F44116-113D-4D7F-9037-FCDE891FA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D7449E-5FA8-4B22-99D2-1EB7801D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5EEE4A-5CCE-437D-9E22-B21D5EF4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5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1233DE-2FF2-438B-8938-84BB0C31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5AA405-58C5-45FE-BCBD-F753535A3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503BEC-158E-4ABA-A317-B2E9B5284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7C1360-D90C-43EC-97E6-2ED4DED1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BF378A-F6B2-4082-ADC6-C072179C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B09A6F-C457-45DF-BB40-1A6A10B1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0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CD18B2-8F0C-4448-BF50-B820FA688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09" y="1611877"/>
            <a:ext cx="18443377" cy="58518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8F1010-37E6-44AF-BA89-4FB1F1735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2910" y="7421634"/>
            <a:ext cx="9046275" cy="3637228"/>
          </a:xfrm>
        </p:spPr>
        <p:txBody>
          <a:bodyPr anchor="b"/>
          <a:lstStyle>
            <a:lvl1pPr marL="0" indent="0">
              <a:buNone/>
              <a:defRPr sz="4209" b="1"/>
            </a:lvl1pPr>
            <a:lvl2pPr marL="801883" indent="0">
              <a:buNone/>
              <a:defRPr sz="3508" b="1"/>
            </a:lvl2pPr>
            <a:lvl3pPr marL="1603766" indent="0">
              <a:buNone/>
              <a:defRPr sz="3157" b="1"/>
            </a:lvl3pPr>
            <a:lvl4pPr marL="2405649" indent="0">
              <a:buNone/>
              <a:defRPr sz="2806" b="1"/>
            </a:lvl4pPr>
            <a:lvl5pPr marL="3207532" indent="0">
              <a:buNone/>
              <a:defRPr sz="2806" b="1"/>
            </a:lvl5pPr>
            <a:lvl6pPr marL="4009415" indent="0">
              <a:buNone/>
              <a:defRPr sz="2806" b="1"/>
            </a:lvl6pPr>
            <a:lvl7pPr marL="4811298" indent="0">
              <a:buNone/>
              <a:defRPr sz="2806" b="1"/>
            </a:lvl7pPr>
            <a:lvl8pPr marL="5613182" indent="0">
              <a:buNone/>
              <a:defRPr sz="2806" b="1"/>
            </a:lvl8pPr>
            <a:lvl9pPr marL="6415065" indent="0">
              <a:buNone/>
              <a:defRPr sz="2806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29D7E2-7047-4B47-8A8F-4CF3C1446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2910" y="11058863"/>
            <a:ext cx="9046275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E98AAFA-3F0A-45D9-B4A2-2385A0F9F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25460" y="7421634"/>
            <a:ext cx="9090826" cy="3637228"/>
          </a:xfrm>
        </p:spPr>
        <p:txBody>
          <a:bodyPr anchor="b"/>
          <a:lstStyle>
            <a:lvl1pPr marL="0" indent="0">
              <a:buNone/>
              <a:defRPr sz="4209" b="1"/>
            </a:lvl1pPr>
            <a:lvl2pPr marL="801883" indent="0">
              <a:buNone/>
              <a:defRPr sz="3508" b="1"/>
            </a:lvl2pPr>
            <a:lvl3pPr marL="1603766" indent="0">
              <a:buNone/>
              <a:defRPr sz="3157" b="1"/>
            </a:lvl3pPr>
            <a:lvl4pPr marL="2405649" indent="0">
              <a:buNone/>
              <a:defRPr sz="2806" b="1"/>
            </a:lvl4pPr>
            <a:lvl5pPr marL="3207532" indent="0">
              <a:buNone/>
              <a:defRPr sz="2806" b="1"/>
            </a:lvl5pPr>
            <a:lvl6pPr marL="4009415" indent="0">
              <a:buNone/>
              <a:defRPr sz="2806" b="1"/>
            </a:lvl6pPr>
            <a:lvl7pPr marL="4811298" indent="0">
              <a:buNone/>
              <a:defRPr sz="2806" b="1"/>
            </a:lvl7pPr>
            <a:lvl8pPr marL="5613182" indent="0">
              <a:buNone/>
              <a:defRPr sz="2806" b="1"/>
            </a:lvl8pPr>
            <a:lvl9pPr marL="6415065" indent="0">
              <a:buNone/>
              <a:defRPr sz="2806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14B0FA-5C3B-4BB7-A472-F82A770C4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25460" y="11058863"/>
            <a:ext cx="9090826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9A43883-AA45-4AA5-9417-841B878D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CF44877-C637-468A-8C9B-1BFA49423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0130402-E13F-498F-A763-CD8AE0B9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3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34515A-7AF4-4C9A-9F0A-81D9630D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2A07288-6475-4451-9E0A-E2D4B28A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1DCF47C-7094-4CE0-B531-778CDC56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6BE6F2B-8BF4-4219-978C-A25F224FA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61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14635A4-D143-4F9C-86AF-C482A87F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AF3C66-E47F-48B4-901C-ED33C1EF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B0C547-F394-4CE2-BB22-8EEDF76F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7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B94BCE-9830-4F83-A4BD-9D496B53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0" y="2018348"/>
            <a:ext cx="6896775" cy="7064216"/>
          </a:xfrm>
        </p:spPr>
        <p:txBody>
          <a:bodyPr anchor="b"/>
          <a:lstStyle>
            <a:lvl1pPr>
              <a:defRPr sz="5612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8006A3-50A9-46E4-B46E-DB425EDD1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826" y="4359072"/>
            <a:ext cx="10825460" cy="21515024"/>
          </a:xfrm>
        </p:spPr>
        <p:txBody>
          <a:bodyPr/>
          <a:lstStyle>
            <a:lvl1pPr>
              <a:defRPr sz="5612"/>
            </a:lvl1pPr>
            <a:lvl2pPr>
              <a:defRPr sz="4911"/>
            </a:lvl2pPr>
            <a:lvl3pPr>
              <a:defRPr sz="4209"/>
            </a:lvl3pPr>
            <a:lvl4pPr>
              <a:defRPr sz="3508"/>
            </a:lvl4pPr>
            <a:lvl5pPr>
              <a:defRPr sz="3508"/>
            </a:lvl5pPr>
            <a:lvl6pPr>
              <a:defRPr sz="3508"/>
            </a:lvl6pPr>
            <a:lvl7pPr>
              <a:defRPr sz="3508"/>
            </a:lvl7pPr>
            <a:lvl8pPr>
              <a:defRPr sz="3508"/>
            </a:lvl8pPr>
            <a:lvl9pPr>
              <a:defRPr sz="3508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8949598-45E7-49F3-A648-51BF14CFA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0" y="9082564"/>
            <a:ext cx="6896775" cy="16826573"/>
          </a:xfrm>
        </p:spPr>
        <p:txBody>
          <a:bodyPr/>
          <a:lstStyle>
            <a:lvl1pPr marL="0" indent="0">
              <a:buNone/>
              <a:defRPr sz="2806"/>
            </a:lvl1pPr>
            <a:lvl2pPr marL="801883" indent="0">
              <a:buNone/>
              <a:defRPr sz="2455"/>
            </a:lvl2pPr>
            <a:lvl3pPr marL="1603766" indent="0">
              <a:buNone/>
              <a:defRPr sz="2105"/>
            </a:lvl3pPr>
            <a:lvl4pPr marL="2405649" indent="0">
              <a:buNone/>
              <a:defRPr sz="1754"/>
            </a:lvl4pPr>
            <a:lvl5pPr marL="3207532" indent="0">
              <a:buNone/>
              <a:defRPr sz="1754"/>
            </a:lvl5pPr>
            <a:lvl6pPr marL="4009415" indent="0">
              <a:buNone/>
              <a:defRPr sz="1754"/>
            </a:lvl6pPr>
            <a:lvl7pPr marL="4811298" indent="0">
              <a:buNone/>
              <a:defRPr sz="1754"/>
            </a:lvl7pPr>
            <a:lvl8pPr marL="5613182" indent="0">
              <a:buNone/>
              <a:defRPr sz="1754"/>
            </a:lvl8pPr>
            <a:lvl9pPr marL="6415065" indent="0">
              <a:buNone/>
              <a:defRPr sz="1754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E47EFD-ECCC-438A-9AA9-7A6D5005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059322-3DFE-4812-8CAD-D907641C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5130E4-557D-44EB-81CB-151C1B03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25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1ADD6D-1741-4B1A-966D-C256B349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0" y="2018348"/>
            <a:ext cx="6896775" cy="7064216"/>
          </a:xfrm>
        </p:spPr>
        <p:txBody>
          <a:bodyPr anchor="b"/>
          <a:lstStyle>
            <a:lvl1pPr>
              <a:defRPr sz="5612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B57049-8797-4540-8625-97D9DBB6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0826" y="4359072"/>
            <a:ext cx="10825460" cy="21515024"/>
          </a:xfrm>
        </p:spPr>
        <p:txBody>
          <a:bodyPr/>
          <a:lstStyle>
            <a:lvl1pPr marL="0" indent="0">
              <a:buNone/>
              <a:defRPr sz="5612"/>
            </a:lvl1pPr>
            <a:lvl2pPr marL="801883" indent="0">
              <a:buNone/>
              <a:defRPr sz="4911"/>
            </a:lvl2pPr>
            <a:lvl3pPr marL="1603766" indent="0">
              <a:buNone/>
              <a:defRPr sz="4209"/>
            </a:lvl3pPr>
            <a:lvl4pPr marL="2405649" indent="0">
              <a:buNone/>
              <a:defRPr sz="3508"/>
            </a:lvl4pPr>
            <a:lvl5pPr marL="3207532" indent="0">
              <a:buNone/>
              <a:defRPr sz="3508"/>
            </a:lvl5pPr>
            <a:lvl6pPr marL="4009415" indent="0">
              <a:buNone/>
              <a:defRPr sz="3508"/>
            </a:lvl6pPr>
            <a:lvl7pPr marL="4811298" indent="0">
              <a:buNone/>
              <a:defRPr sz="3508"/>
            </a:lvl7pPr>
            <a:lvl8pPr marL="5613182" indent="0">
              <a:buNone/>
              <a:defRPr sz="3508"/>
            </a:lvl8pPr>
            <a:lvl9pPr marL="6415065" indent="0">
              <a:buNone/>
              <a:defRPr sz="3508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AF65432-90CF-4192-A44B-6136653AD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0" y="9082564"/>
            <a:ext cx="6896775" cy="16826573"/>
          </a:xfrm>
        </p:spPr>
        <p:txBody>
          <a:bodyPr/>
          <a:lstStyle>
            <a:lvl1pPr marL="0" indent="0">
              <a:buNone/>
              <a:defRPr sz="2806"/>
            </a:lvl1pPr>
            <a:lvl2pPr marL="801883" indent="0">
              <a:buNone/>
              <a:defRPr sz="2455"/>
            </a:lvl2pPr>
            <a:lvl3pPr marL="1603766" indent="0">
              <a:buNone/>
              <a:defRPr sz="2105"/>
            </a:lvl3pPr>
            <a:lvl4pPr marL="2405649" indent="0">
              <a:buNone/>
              <a:defRPr sz="1754"/>
            </a:lvl4pPr>
            <a:lvl5pPr marL="3207532" indent="0">
              <a:buNone/>
              <a:defRPr sz="1754"/>
            </a:lvl5pPr>
            <a:lvl6pPr marL="4009415" indent="0">
              <a:buNone/>
              <a:defRPr sz="1754"/>
            </a:lvl6pPr>
            <a:lvl7pPr marL="4811298" indent="0">
              <a:buNone/>
              <a:defRPr sz="1754"/>
            </a:lvl7pPr>
            <a:lvl8pPr marL="5613182" indent="0">
              <a:buNone/>
              <a:defRPr sz="1754"/>
            </a:lvl8pPr>
            <a:lvl9pPr marL="6415065" indent="0">
              <a:buNone/>
              <a:defRPr sz="1754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CAB836-ADB8-442F-83B4-4CF00433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956731-1963-455B-9634-3289D1BA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136416-FCCA-4908-B1C7-A0F695CB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0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3AD72-612D-43B0-8552-CC2F9F40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7C3EAF-6C85-4395-B835-36994C4D2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16FD7C-D0F2-4ED5-A642-82D6E89F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1D710A-3DC5-4026-A771-B9873FAE9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6FC021-9F3D-4979-B711-608B41B5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78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B788C2B-0894-4088-A3FF-1C6C27501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302657" y="1611875"/>
            <a:ext cx="4610844" cy="256568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558729-BA49-499B-8704-F99B40E67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0124" y="1611875"/>
            <a:ext cx="13565237" cy="256568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6B705F-85FA-4952-AAB0-C1E475A0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BA3F9A-F9D7-4E41-AF16-44AAD522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B0595F-904C-45EC-9502-A431FFA5A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83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78117D-4C87-41F9-B5C4-2FBB058B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124" y="1611877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4B0AC2-A8D5-487A-88CF-3431B4C2A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98AF62-C269-4941-9266-58847CA3F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70124" y="28060639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66F772-91B8-4FDD-BF34-539AD1165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3326" y="28060639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F0258F-1475-4533-830B-61CD51673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02185" y="28060639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08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xStyles>
    <p:titleStyle>
      <a:lvl1pPr algn="l" defTabSz="1603766" rtl="0" eaLnBrk="1" latinLnBrk="0" hangingPunct="1">
        <a:lnSpc>
          <a:spcPct val="90000"/>
        </a:lnSpc>
        <a:spcBef>
          <a:spcPct val="0"/>
        </a:spcBef>
        <a:buNone/>
        <a:defRPr sz="77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942" indent="-400942" algn="l" defTabSz="1603766" rtl="0" eaLnBrk="1" latinLnBrk="0" hangingPunct="1">
        <a:lnSpc>
          <a:spcPct val="90000"/>
        </a:lnSpc>
        <a:spcBef>
          <a:spcPts val="1754"/>
        </a:spcBef>
        <a:buFont typeface="Arial" panose="020B0604020202020204" pitchFamily="34" charset="0"/>
        <a:buChar char="•"/>
        <a:defRPr sz="4911" kern="1200">
          <a:solidFill>
            <a:schemeClr val="tx1"/>
          </a:solidFill>
          <a:latin typeface="+mn-lt"/>
          <a:ea typeface="+mn-ea"/>
          <a:cs typeface="+mn-cs"/>
        </a:defRPr>
      </a:lvl1pPr>
      <a:lvl2pPr marL="1202825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004708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508" kern="1200">
          <a:solidFill>
            <a:schemeClr val="tx1"/>
          </a:solidFill>
          <a:latin typeface="+mn-lt"/>
          <a:ea typeface="+mn-ea"/>
          <a:cs typeface="+mn-cs"/>
        </a:defRPr>
      </a:lvl3pPr>
      <a:lvl4pPr marL="2806591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4pPr>
      <a:lvl5pPr marL="3608474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5pPr>
      <a:lvl6pPr marL="4410357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6pPr>
      <a:lvl7pPr marL="5212240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7pPr>
      <a:lvl8pPr marL="6014123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8pPr>
      <a:lvl9pPr marL="6816006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1pPr>
      <a:lvl2pPr marL="801883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2pPr>
      <a:lvl3pPr marL="1603766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3pPr>
      <a:lvl4pPr marL="2405649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4pPr>
      <a:lvl5pPr marL="3207532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5pPr>
      <a:lvl6pPr marL="4009415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6pPr>
      <a:lvl7pPr marL="4811298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7pPr>
      <a:lvl8pPr marL="5613182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8pPr>
      <a:lvl9pPr marL="6415065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C8FB2C6-551E-4DF6-8FCE-3EBC5BD3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288" y="-1"/>
            <a:ext cx="18592337" cy="3845859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8000" b="1" dirty="0">
                <a:latin typeface="FZYaoTi" panose="02010601030101010101" pitchFamily="2" charset="-122"/>
                <a:ea typeface="FZYaoTi" panose="02010601030101010101" pitchFamily="2" charset="-122"/>
              </a:rPr>
              <a:t>Real-time Japanese Screen Translator Communication Project Plan</a:t>
            </a:r>
            <a:br>
              <a:rPr lang="en-US" altLang="zh-TW" sz="8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67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組員：資工</a:t>
            </a:r>
            <a:r>
              <a:rPr lang="en-US" altLang="zh-TW" sz="67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3B 411170341 </a:t>
            </a:r>
            <a:r>
              <a:rPr lang="zh-TW" altLang="en-US" sz="67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林家畯 </a:t>
            </a:r>
            <a:br>
              <a:rPr lang="zh-TW" altLang="en-US" sz="67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67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指導老師姓名：林耀鈴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D09EA92-6008-4457-BD23-AEF2A319E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323" y="4034119"/>
            <a:ext cx="10576489" cy="18261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動機：</a:t>
            </a: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隨著數位化時代的來臨，日常生活中對於文字掃描與即時翻譯的需求日益增加，例如課堂上拍攝的題目照片、紙本原文書籍的理解、以及跨語言資訊檢索等。然而，現有的解決方案多仰賴雲端翻譯 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，不僅受到免費用量限制與網路環境穩定度影響，更涉及使用者需將圖片上傳至伺服器的隱私疑慮。因此，本專題旨在開發一套可於 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Windows 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 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 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平台執行的本地化桌面應用程式，結合文字光學辨識（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OCR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）與多語言翻譯功能，以提供使用者兼具便利性與隱私性的完整解決方案。</a:t>
            </a:r>
            <a:endParaRPr lang="en-US" altLang="zh-TW" sz="4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設計理念：</a:t>
            </a: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本專題研製之基於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Windows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平台結合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PaddleOCRv5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以及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Meta’s NLLB LLMs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開發之桌面應用。可基於</a:t>
            </a:r>
            <a:r>
              <a:rPr lang="en-US" altLang="zh-TW" sz="4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PaddleOCR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捕獲螢幕畫面辨識文字並使用本地部署之語言模型或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串接線上翻譯工具進行翻譯，提供用戶多種根據硬體效能自訂義使用模型，並將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OCR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工具及語言模型效能優化實現效益最大化。提供多種獨立工具並使用基於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PyQt6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開發並貫徹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User-friendly</a:t>
            </a:r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的圖形化操作介面整合使用戶可以一目瞭然，工具包括歷史喚回及查詢、簡易除錯等便利工具。</a:t>
            </a:r>
            <a:endParaRPr lang="en-US" altLang="zh-TW" sz="4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核心程式檔案：</a:t>
            </a: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C435E905-D507-40C7-9FC5-3352A34574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915" y="22295683"/>
            <a:ext cx="7075304" cy="7486957"/>
          </a:xfrm>
        </p:spPr>
      </p:pic>
      <p:pic>
        <p:nvPicPr>
          <p:cNvPr id="1035" name="Picture 11" descr="靜宜大學 - Apps on Google Play">
            <a:extLst>
              <a:ext uri="{FF2B5EF4-FFF2-40B4-BE49-F238E27FC236}">
                <a16:creationId xmlns:a16="http://schemas.microsoft.com/office/drawing/2014/main" id="{5D526F94-E5C6-4E66-95FE-36BD2C011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18" y="188259"/>
            <a:ext cx="3469340" cy="346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內容版面配置區 4">
            <a:extLst>
              <a:ext uri="{FF2B5EF4-FFF2-40B4-BE49-F238E27FC236}">
                <a16:creationId xmlns:a16="http://schemas.microsoft.com/office/drawing/2014/main" id="{04E79849-C752-43C9-BC26-EDD05C8A2C3A}"/>
              </a:ext>
            </a:extLst>
          </p:cNvPr>
          <p:cNvSpPr txBox="1">
            <a:spLocks/>
          </p:cNvSpPr>
          <p:nvPr/>
        </p:nvSpPr>
        <p:spPr>
          <a:xfrm>
            <a:off x="10734613" y="4034119"/>
            <a:ext cx="10576489" cy="23422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942" indent="-400942" algn="l" defTabSz="1603766" rtl="0" eaLnBrk="1" latinLnBrk="0" hangingPunct="1">
              <a:lnSpc>
                <a:spcPct val="90000"/>
              </a:lnSpc>
              <a:spcBef>
                <a:spcPts val="1754"/>
              </a:spcBef>
              <a:buFont typeface="Arial" panose="020B0604020202020204" pitchFamily="34" charset="0"/>
              <a:buChar char="•"/>
              <a:defRPr sz="49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2825" indent="-400942" algn="l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04708" indent="-400942" algn="l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Char char="•"/>
              <a:defRPr sz="35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06591" indent="-400942" algn="l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Char char="•"/>
              <a:defRPr sz="31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8474" indent="-400942" algn="l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Char char="•"/>
              <a:defRPr sz="31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10357" indent="-400942" algn="l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Char char="•"/>
              <a:defRPr sz="31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12240" indent="-400942" algn="l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Char char="•"/>
              <a:defRPr sz="31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014123" indent="-400942" algn="l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Char char="•"/>
              <a:defRPr sz="31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816006" indent="-400942" algn="l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Char char="•"/>
              <a:defRPr sz="31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主要資料流：</a:t>
            </a: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程式介面展示：</a:t>
            </a: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操作介面演示：</a:t>
            </a: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012033DA-B621-43A6-908A-D3E3C419037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65" y="5017592"/>
            <a:ext cx="10178737" cy="385746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3FDA1F85-2DC5-4843-BF4F-0B25E085F378}"/>
              </a:ext>
            </a:extLst>
          </p:cNvPr>
          <p:cNvPicPr/>
          <p:nvPr/>
        </p:nvPicPr>
        <p:blipFill rotWithShape="1">
          <a:blip r:embed="rId5"/>
          <a:srcRect l="580" r="388"/>
          <a:stretch/>
        </p:blipFill>
        <p:spPr bwMode="auto">
          <a:xfrm>
            <a:off x="10992036" y="9858532"/>
            <a:ext cx="4401447" cy="51214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4B8734EA-68AD-4A08-AE9D-5F69D3D0C0B8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16321681" y="9858532"/>
            <a:ext cx="4224552" cy="512149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9A720455-5F45-421F-BC7A-462403F54A47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16246578" y="15168283"/>
            <a:ext cx="4374758" cy="7874794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B3D76915-69C0-41A3-8814-6D6C3875110D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16727481" y="24307393"/>
            <a:ext cx="4477507" cy="5475247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3F75373-EAFB-4895-9A38-0E5CBDB5958B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10865054" y="24301665"/>
            <a:ext cx="4682102" cy="5475247"/>
          </a:xfrm>
          <a:prstGeom prst="rect">
            <a:avLst/>
          </a:prstGeom>
        </p:spPr>
      </p:pic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73E5B6DE-4376-4F3E-9AD1-CEA3F88045ED}"/>
              </a:ext>
            </a:extLst>
          </p:cNvPr>
          <p:cNvSpPr/>
          <p:nvPr/>
        </p:nvSpPr>
        <p:spPr>
          <a:xfrm>
            <a:off x="15801975" y="26603325"/>
            <a:ext cx="714375" cy="69532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A527CCE-93BE-4C37-B685-94D85181D9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968" y="17247454"/>
            <a:ext cx="5263965" cy="565388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66AEAD-E161-41D8-A046-1CE3C13FB2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5206" y="15124678"/>
            <a:ext cx="2562566" cy="197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362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28</TotalTime>
  <Words>278</Words>
  <Application>Microsoft Office PowerPoint</Application>
  <PresentationFormat>自訂</PresentationFormat>
  <Paragraphs>38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FZYaoTi</vt:lpstr>
      <vt:lpstr>微軟正黑體</vt:lpstr>
      <vt:lpstr>標楷體</vt:lpstr>
      <vt:lpstr>Arial</vt:lpstr>
      <vt:lpstr>Calibri</vt:lpstr>
      <vt:lpstr>Calibri Light</vt:lpstr>
      <vt:lpstr>Times New Roman</vt:lpstr>
      <vt:lpstr>Office 佈景主題</vt:lpstr>
      <vt:lpstr>Real-time Japanese Screen Translator Communication Project Plan 組員：資工3B 411170341 林家畯  指導老師姓名：林耀鈴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專題名稱：即時多語言翻譯器 組員：資工3B 411170341 林家畯  指導老師姓名：劉建興</dc:title>
  <dc:creator>家畯 林</dc:creator>
  <cp:lastModifiedBy>家畯 林</cp:lastModifiedBy>
  <cp:revision>3</cp:revision>
  <dcterms:created xsi:type="dcterms:W3CDTF">2025-09-29T10:48:11Z</dcterms:created>
  <dcterms:modified xsi:type="dcterms:W3CDTF">2025-10-05T13:36:25Z</dcterms:modified>
</cp:coreProperties>
</file>